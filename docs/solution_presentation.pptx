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F2933"/>
                </a:solidFill>
                <a:latin typeface="Arial"/>
              </a:rPr>
              <a:t>Validation checks by document type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PASS</c:v>
                </c:pt>
              </c:strCache>
            </c:strRef>
          </c:tx>
          <c:spPr>
            <a:solidFill>
              <a:srgbClr val="1B7A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Balance sheet</c:v>
                  </c:pt>
                  <c:pt idx="1">
                    <c:v>Profit &amp; loss</c:v>
                  </c:pt>
                  <c:pt idx="2">
                    <c:v>Cash flow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</c:v>
                </c:pt>
                <c:pt idx="1">
                  <c:v>72</c:v>
                </c:pt>
                <c:pt idx="2">
                  <c:v>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FAIL</c:v>
                </c:pt>
              </c:strCache>
            </c:strRef>
          </c:tx>
          <c:spPr>
            <a:solidFill>
              <a:srgbClr val="B326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Balance sheet</c:v>
                  </c:pt>
                  <c:pt idx="1">
                    <c:v>Profit &amp; loss</c:v>
                  </c:pt>
                  <c:pt idx="2">
                    <c:v>Cash flow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6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NOT_APPLICABLE</c:v>
                </c:pt>
              </c:strCache>
            </c:strRef>
          </c:tx>
          <c:spPr>
            <a:solidFill>
              <a:srgbClr val="C79A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Balance sheet</c:v>
                  </c:pt>
                  <c:pt idx="1">
                    <c:v>Profit &amp; loss</c:v>
                  </c:pt>
                  <c:pt idx="2">
                    <c:v>Cash flow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E4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End-to-end document intelligence platform: upload a financial document, get back validated structured JSON, stored and browsable through a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is four document types. Document type is supplied by the caller — classification was explicitly out of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Validation, OCR, extraction, financial validation, persistence and API concerns are each their own module, orchestrated by document_service.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heart of the solution: treating the page as a table rather than as lines of text, and choosing settings by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NOT_APPLICABLE rule matters: the system never claims a document fails to balance when the truth is that OCR could not read a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check only passes if the numbers extracted from the document genuinely add up, so this doubles as an extraction-accuracy measure.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highlights missing fields in red and shows each validation check with its formula; the raw JSON is one click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the system is honest about what it could not read, which is the property that matters most in a financial setting.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Intelligent Document Extraction,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&amp; API Platform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· Balance Sheets · Profit &amp; Loss · Cash Flow Statements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+ layout-aware extraction · financial reconciliation · REST API · dashboard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7607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Internship — Technical Case Study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teams receive the same numbers in inconsistent, often scanned, layouts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integrity and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limit — before OCR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98064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62656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62656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962656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62656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PDF text, or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rasterise + OCR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47488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12080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12080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and every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row, grounded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296912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61504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61504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461504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the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relationships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46336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10928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10928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710928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710928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Store, expose via API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dashboard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06908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F0F5FA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document types in scope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457200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— header fields, line items, tax, cash and change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 — capital &amp; liabilities and assets, per period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&amp; loss — income, expenditure, profit and appropriations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— operating, investing, financing, opening/closing cash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FastAPI application serves the API and the dashboard; services are separated by concern</a:t>
            </a:r>
            <a:endParaRPr lang="en-US" sz="1500" dirty="0"/>
          </a:p>
        </p:txBody>
      </p:sp>
      <p:pic>
        <p:nvPicPr>
          <p:cNvPr id="4" name="Image 0" descr="/home/user/Intelligent-Document-Extraction-Validation-API-Platform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1078992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line-by-line OCR text is not enough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that drove the design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0E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OCR text as lines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   743,732,155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060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filled in for only one year gives no clue which year it belongs to — and OCR often emits all labels in one block and all numbers in another, so labels and values are separated entirely.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EDF7F0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74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page as a table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240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 ·  x≈1540  →  column 2  →  31-Mar-16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6060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bounding boxes are kept from both PDF text and OCR. Rows are rebuilt by vertical position; each number is assigned to a period column by its right edge — so a lone value lands in the correct year and note references are ignored.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0F5FA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assumed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70916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all 30 dataset statements to find the first extractor was over-fitted to one year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Tesseract page-segmentation modes and DPI settings — 300 DPI measured worse than 200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extraction and validation had drifted to two different field lookups, and unified them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validation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check reports formula, operands, calculated vs reported, variance and status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766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196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Invoice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180136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× unit price ≈ line amount · Σ lines ≈ subtotal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 + tax − discount ≈ total · cash − total ≈ change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624328"/>
            <a:ext cx="6766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7523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sheet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2734056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Capital &amp; Liabilities ≈ Total Assets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component rows ≈ each reported total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557016"/>
            <a:ext cx="6766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685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 &amp; loss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366674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+ Other Income ≈ Total Income · Expenses ≈ Total Expenditure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− Expenditure ≈ Net Profit · − Minority ≈ Attributable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4489704"/>
            <a:ext cx="6766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617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 flow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459943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+ Investing + Financing + FX ≈ Net Increase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+ Net Increase + Amalgamation ≈ Closing Cash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543800" y="1691640"/>
            <a:ext cx="4069080" cy="3840480"/>
          </a:xfrm>
          <a:prstGeom prst="roundRect">
            <a:avLst>
              <a:gd name="adj" fmla="val 1905"/>
            </a:avLst>
          </a:prstGeom>
          <a:solidFill>
            <a:srgbClr val="F0F5FA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design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22402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operand → NOT_APPLICABLE, never a failure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partly-read section is not summed — an unread row would count as zero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Tolerance: max(1.0, 1% of the larger value)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Bracketed figures parse as negative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check runs once per reporting period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 stay null — never guessed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results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30 statements in the provided dataset (2017–2026), 200 financial checks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8580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78308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09560" y="1892808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148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9281160" y="20756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reconcile exactly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80960" y="315468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09560" y="3264408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281160" y="34472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as discrepancies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680960" y="452628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09560" y="4636008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79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9281160" y="48188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applicable — unreadable scans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58978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scans reconcile fully; the not-applicable results concentrate in the 2020–2022 scans where OCR cannot recover row labels.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and dashboard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deployment serves both; Swagger is generated from the code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8463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/api/v1/documents/process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8470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and process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4086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340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/api/v1/documents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160520" y="23591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list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529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/api/v1/documents/{name}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60520" y="28712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result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6499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/api/v1/health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160520" y="33832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387705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8770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/docs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38953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 OpenAPI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4846320" cy="1600200"/>
          </a:xfrm>
          <a:prstGeom prst="roundRect">
            <a:avLst>
              <a:gd name="adj" fmla="val 4571"/>
            </a:avLst>
          </a:prstGeom>
          <a:solidFill>
            <a:srgbClr val="F0F5FA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7365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 return one envelope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0474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"error": { "code": "UNSUPPORTED_FILE_TYPE",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"message": "Only PDF / JPG / PNG…" } }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7424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415 · 400 · 404 · 422 · 500 — never a stack trace</a:t>
            </a:r>
            <a:endParaRPr lang="en-US" sz="1000" dirty="0"/>
          </a:p>
        </p:txBody>
      </p:sp>
      <p:pic>
        <p:nvPicPr>
          <p:cNvPr id="24" name="Image 0" descr="/home/user/Intelligent-Document-Extraction-Validation-API-Platform/docs/screenshot_invoice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1645920"/>
            <a:ext cx="589788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what I'd change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today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quality is the binding constraint — 2020–2022 scans lose row labels entirely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parsing is tuned to this dataset's banking format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 receipts yield fewer line items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processing, ~2–6 s per scanned page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authentication — per case study scope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production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96596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the work, return a job id instead of holding the connection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OCR, with the LLM pass standard rather than opt-in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Golden-file regression suite over a labelled corpus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storage for source documents; Alembic migrations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rate limiting, metrics and alerting on the FAIL rate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by default · every value traceable to its source row · nothing invented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Document Extraction, Validation &amp; API Platform</dc:title>
  <dc:subject>PptxGenJS Presentation</dc:subject>
  <dc:creator>AI Engineer Internship Case Study</dc:creator>
  <cp:lastModifiedBy>AI Engineer Internship Case Study</cp:lastModifiedBy>
  <cp:revision>1</cp:revision>
  <dcterms:created xsi:type="dcterms:W3CDTF">2026-09-10T17:11:45Z</dcterms:created>
  <dcterms:modified xsi:type="dcterms:W3CDTF">2026-09-10T17:11:45Z</dcterms:modified>
</cp:coreProperties>
</file>