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933"/>
                </a:solidFill>
                <a:latin typeface="Arial"/>
              </a:rPr>
              <a:t>Validation checks by document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1B7A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Balance sheet</c:v>
                  </c:pt>
                  <c:pt idx="1">
                    <c:v>Profit &amp; loss</c:v>
                  </c:pt>
                  <c:pt idx="2">
                    <c:v>Cash flow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</c:v>
                </c:pt>
                <c:pt idx="1">
                  <c:v>72</c:v>
                </c:pt>
                <c:pt idx="2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Balance sheet</c:v>
                  </c:pt>
                  <c:pt idx="1">
                    <c:v>Profit &amp; loss</c:v>
                  </c:pt>
                  <c:pt idx="2">
                    <c:v>Cash flow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NOT_APPLICABLE</c:v>
                </c:pt>
              </c:strCache>
            </c:strRef>
          </c:tx>
          <c:spPr>
            <a:solidFill>
              <a:srgbClr val="C79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Balance sheet</c:v>
                  </c:pt>
                  <c:pt idx="1">
                    <c:v>Profit &amp; loss</c:v>
                  </c:pt>
                  <c:pt idx="2">
                    <c:v>Cash flow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</c:v>
                </c:pt>
                <c:pt idx="1">
                  <c:v>22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E4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document intelligence platform: upload a financial document, get back validated structured JSON, stored and browsable through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four document types. Document type is supplied by the caller — classification was explicitly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Validation, OCR, extraction, financial validation, persistence and API concerns are each their own module, orchestrated by document_service.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solution: treating the page as a table rather than as lines of text, and choosing settings by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NOT_APPLICABLE rule matters: the system never claims a document fails to balance when the truth is that OCR could not read a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check only passes if the numbers extracted from the document genuinely add up, so this doubles as an extraction-accuracy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highlights missing fields in red and shows each validation check with its formula; the raw JSON is one click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system is honest about what it could not read, which is the property that matters most in a financial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Document Extraction,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API Platform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· Balance Sheets · Profit &amp; Loss · Cash Flow Statements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layout-aware extraction · financial reconciliation · REST API · dashboard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Internship — Technical Case Study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teams receive the same numbers in inconsistent, often scanned, layouts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568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42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7121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integrity and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limit — before OCR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98064" y="178308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62656" y="19568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2656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62656" y="2542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287121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PDF text, or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rasterise + OCR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47488" y="178308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9568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1208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542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87121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and every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row, grounded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96912" y="178308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1504" y="19568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61504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2542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287121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the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relationships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46336" y="178308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10928" y="19568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10928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10928" y="2542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710928" y="287121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expose via API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dashboard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0690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0F5FA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document types in scope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5720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— header fields, line items, tax, cash and change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— capital &amp; liabilities and assets, per period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— income, expenditure, profit and appropriations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— operating, investing, financing, opening/closing cash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FastAPI application serves the API and the dashboard; services are separated by concern</a:t>
            </a:r>
            <a:endParaRPr lang="en-US" sz="1500" dirty="0"/>
          </a:p>
        </p:txBody>
      </p:sp>
      <p:pic>
        <p:nvPicPr>
          <p:cNvPr id="4" name="Image 0" descr="/home/user/Intelligent-Document-Extraction-Validation-API-Platform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789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line-by-line OCR text is not enough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that drove the design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0E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OCR text as lines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 743,732,155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filled in for only one year gives no clue which year it belongs to — and OCR often emits all labels in one block and all numbers in another, so labels and values are separated entirely.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DF7F0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page as a table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·  x≈1540  →  column 2  →  31-Mar-16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060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bounding boxes are kept from both PDF text and OCR. Rows are rebuilt by vertical position; each number is assigned to a period column by its right edge — so a lone value lands in the correct year and note references are ignored.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0F5FA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assumed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091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all 30 dataset statements to find the first extractor was over-fitted to one year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Tesseract page-segmentation modes and DPI settings — 300 DPI measured worse than 200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extraction and validation had drifted to two different field lookups, and unified them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validation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reports formula, operands, calculated vs reported, variance and status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196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8013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× unit price ≈ line amount · Σ lines ≈ subtotal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+ tax − discount ≈ total · cash − total ≈ change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523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73405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&amp; Liabilities ≈ Total Assets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component rows ≈ each reported total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6850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&amp; loss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66674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+ Other Income ≈ Total Income · Expenses ≈ Total Expenditure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− Expenditure ≈ Net Profit · − Minority ≈ Attributable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489704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617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45994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+ Investing + Financing + FX ≈ Net Increase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+ Net Increase + Amalgamation ≈ Closing Cash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43800" y="1691640"/>
            <a:ext cx="4069080" cy="3840480"/>
          </a:xfrm>
          <a:prstGeom prst="roundRect">
            <a:avLst>
              <a:gd name="adj" fmla="val 1905"/>
            </a:avLst>
          </a:prstGeom>
          <a:solidFill>
            <a:srgbClr val="F0F5FA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by design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2402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operand → NOT_APPLICABLE, never a failure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partly-read section is not summed — an unread row would count as zero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Tolerance: max(1.0, 1% of the larger value)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Bracketed figures parse as negative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runs once per reporting period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stay null — never guessed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documents in the provided dataset, 297 financial checks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830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909560" y="18928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2075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reconcile exactly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0" y="31546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909560" y="32644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34472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discrepancies, verified by hand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45262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909560" y="46360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nothing to reconcile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5897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check reconciles. The two failures were read back against the source images and are real: a receipt whose items total $3,480 against a printed $5,257, and one whose change is RM 2.00 short. Not-applicable results concentrate in the 2020–2022 scans, where OCR cannot recover row labels.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and dashboard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 serves both; Swagger is generated from the code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8463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/api/v1/documents/process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847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process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40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40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list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529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/api/v1/documents/{name}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28712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result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649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/api/v1/health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8770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877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38953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F0F5FA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736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return one envelope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0474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"error": { "code": "UNSUPPORTED_FILE_TYPE",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"message": "Only PDF / JPG / PNG…" } }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742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 · 400 · 404 · 422 · 500 — never a stack trace</a:t>
            </a:r>
            <a:endParaRPr lang="en-US" sz="1000" dirty="0"/>
          </a:p>
        </p:txBody>
      </p:sp>
      <p:pic>
        <p:nvPicPr>
          <p:cNvPr id="24" name="Image 0" descr="/home/user/Intelligent-Document-Extraction-Validation-API-Platform/docs/screenshot_invoice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45920"/>
            <a:ext cx="58978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what I'd change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today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quality is the binding constraint — 2020–2022 scans lose row labels entirely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parsing is tuned to this dataset's banking format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receipts yield fewer line items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processing, ~2–6 s per scanned page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— per case study scope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production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9659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the work, return a job id instead of holding the connection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OCR, with the LLM pass standard rather than opt-in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Golden-file regression suite over a labelled corpus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for source documents; Alembic migrations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 limiting, metrics and alerting on the FAIL rate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by default · every value traceable to its source row · nothing invented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Document Extraction, Validation &amp; API Platform</dc:title>
  <dc:subject>PptxGenJS Presentation</dc:subject>
  <dc:creator>AI Engineer Internship Case Study</dc:creator>
  <cp:lastModifiedBy>AI Engineer Internship Case Study</cp:lastModifiedBy>
  <cp:revision>1</cp:revision>
  <dcterms:created xsi:type="dcterms:W3CDTF">2026-09-10T17:11:45Z</dcterms:created>
  <dcterms:modified xsi:type="dcterms:W3CDTF">2026-09-10T17:11:45Z</dcterms:modified>
</cp:coreProperties>
</file>